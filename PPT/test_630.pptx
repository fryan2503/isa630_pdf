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45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0729-0C55-2A08-4CDD-BFC722C48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EE838-C9E5-1023-6581-09032DF11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C4B8-C229-00C4-6C41-EF046C76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C5BB-F195-5042-2869-0DCD81BE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17F3C-FB74-902C-006D-4C8126212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0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BB68-F6CA-3168-9DEE-74A93E9B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33F89-3603-6466-5E21-772540441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0DD51-B1AB-6C8F-C840-B9635473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01E09-DDB0-A3A7-CBEF-A905156A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38F0-4C87-7A3C-C9C4-472E3DAB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3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51E5-C12C-831E-37E6-B64A7A1EC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2DA0-BFC4-DEED-0497-61230371F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B10AD-93D3-1F61-E8C8-9B0E5844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9282E-9A0D-9A49-ABFC-1883C230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BB406-FEF4-CC52-3820-CD6D6E20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8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1248-E1FF-7544-1DF7-47CF8C5B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9634-D5C3-7994-194D-8CF6474D0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4F87C-DC1F-A646-2D74-C911FCBAA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58ADE-4FAA-5084-747F-F19711D0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79AC7-0072-915E-BFD8-B40B0AC7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3B85D-F514-2BBB-050C-A80F5E9F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CD4E-1774-51E5-60F8-3E861C9D5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93FA6-3126-F1B1-8482-6AC350213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6791E-9425-958B-1405-81C256241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8DF4D-63EA-7D5A-D4CA-D7A5F904A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489FD-3091-DD6E-127D-4E3A8A4F8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F4539-11DB-D15E-14ED-AEC1BD92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45EA6-CB59-C31A-C66E-E27898B8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12211-7343-1738-2F3B-DE66241E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4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281D-CD32-B6F5-C16C-6A33B3F10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5EFD8-C057-5842-F16D-D420E258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EEF71-B453-79FD-AA68-A382F1EB0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47FAE-C73C-16B3-3CA8-9E903724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0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008D2-C4AC-9E34-A612-FE4F3D00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FC957-2E44-3FAD-EE85-DC210120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25245-7FAC-C3A7-DD18-93DFF9A0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7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B88E-94CE-7378-7D02-057537B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FEDF-6070-22A1-1547-1AF655AF3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02E08-CE34-129C-CDB4-FDCF3963B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3CC03-114F-77D5-1C47-E7B4CB8FE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7B845-3CC8-1222-5194-86ED07AB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E53BD-B7C5-7B60-3AEB-2800E16B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A7AD-D2F4-7316-BEA6-D04E1E8D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964CE-E45C-94AD-6FFB-0FF9904E0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D6EDC-9BA9-4636-65A2-C405AFC6B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7121B-1B85-5847-92CB-915788D5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912EC-F81C-74EB-F81B-417B5A94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49F8F-E7FD-101B-3B11-9AACA257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9B1F-A5D2-97E5-5694-04C4C179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1EC92-5EC3-48A6-1F13-B17CA43C7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4A8C9-19B0-3A38-FE0A-6CBE4DBC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AF8B4-BA87-0511-02AD-10548D26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9ADCA-CD19-FE83-9C5C-38CD3E42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D99B1-1EB1-5130-354F-B1FEC2971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7980-2AE4-8754-0CAF-4CD6BD85C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84047-32E0-9F58-BEAD-4C80C71C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41E0B-EC04-4C2B-C793-622E0F8B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3D010-A80D-59E2-B1D7-83E1C45B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5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2453D-CC4E-49F4-9A79-C9F281C5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766FF-F632-44DC-524A-53D376C1B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AFC7D-22A0-2C16-F571-E64FCB839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8E6CE-FEB9-5943-8981-653C5B3AEB9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CEB85-8F2D-ACC4-FFEC-9509891DC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30D99-0944-8EB1-A06F-085A3CAD5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9E32C-0E8B-B04C-B780-C4840CFFD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0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A62D-99E8-C4AA-B872-0BFD79D3F9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50764-658E-83B2-C170-209067A2F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979A-5ACF-FC38-AB34-F7B310FA2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E6C9F-7A59-EF21-DA21-8F643044F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Something</a:t>
            </a:r>
          </a:p>
        </p:txBody>
      </p:sp>
    </p:spTree>
    <p:extLst>
      <p:ext uri="{BB962C8B-B14F-4D97-AF65-F5344CB8AC3E}">
        <p14:creationId xmlns:p14="http://schemas.microsoft.com/office/powerpoint/2010/main" val="375995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FEA85F-D0B1-7A27-F738-39F89EF77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554" y="1825625"/>
            <a:ext cx="29008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08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Test PowerPoint</vt:lpstr>
      <vt:lpstr>Something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Ryan</dc:creator>
  <cp:lastModifiedBy>Singh, Ryan</cp:lastModifiedBy>
  <cp:revision>1</cp:revision>
  <dcterms:created xsi:type="dcterms:W3CDTF">2026-03-04T15:41:58Z</dcterms:created>
  <dcterms:modified xsi:type="dcterms:W3CDTF">2026-03-04T15:42:49Z</dcterms:modified>
</cp:coreProperties>
</file>